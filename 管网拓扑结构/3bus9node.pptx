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6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9214E4-1B75-33EF-AE40-293DCF556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E81DDA-1E83-B285-FFC2-9669EF297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AA8CB-9859-9C8B-8441-411670CC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0F20C-6AFF-9399-BBCE-15F13FDF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F44097-84E5-D5D7-8F94-0A1BF442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64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2CF07-C486-2222-F230-C3588A76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2DAD97-38FB-37C4-C2F1-D8B24E282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18FEB7-20EE-2898-66C6-E2CDAF7F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58FBA-2FF7-D00D-ACC3-0E4CCC8B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FF0D2-9E03-8D6F-5AD1-DD7D37D0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41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167F0-305A-F149-6CFA-6D46FA24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3E6411-4E34-79CA-6BD3-465EA3B4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BFA8C7-C48A-3A14-6146-0BE955832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E56C48-7197-A2D0-4D2C-F5877AB7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B3A904-D308-41FD-8225-44EA0B72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51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21D3D-C858-6019-2F3B-E8E9BB1A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219F99-6AA6-F6B0-3F9A-2B252DF9B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D9FC03-88EF-B316-6CF0-14ADCC8AE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C7A92F-A683-6044-57BB-AB411452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04714F-A3BD-9FB1-6F52-C0130E5E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3E9A09-FA76-2C00-CB09-F0EEA458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52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09EF3-6B3E-6561-F445-08EC9FF8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FB0EC8-7566-22DC-8395-6C53DED9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5EB49F-A70C-56C6-7C83-1BEBA34F9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1EA6EC-2E53-687D-1A5C-0C21F7759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A5A4F6-DB5A-BABD-95CE-0968EDF5C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3BD3C7-D3E9-7475-2220-6F8A0339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26E51F-59C7-A4D9-51DE-4012D81F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4FACDF-2399-2496-EB8B-CEAEC919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9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E1BFB-79B6-E92C-B62C-63F96257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149C29-7AA1-5808-5919-8EA81DFF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5E1542-F294-7961-E960-ED4E810A5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862A1B-CC91-B4EC-51A9-77975E16F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134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CA7627-254B-2B9E-C301-4546BA64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D84A31-9A10-0121-197B-B7B061AD3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8EBC9B-4AE1-A845-57ED-BFBDF569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51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CDB98-EE48-C249-F02F-03960321C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15280-4ADE-BD2B-9AAF-39B085B09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44883A-ED7F-F56F-4375-1265CF13D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AED8F0-1891-A493-9537-C10DD8E26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241BAF-A5C0-BC30-8166-4E123F21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93A5E2-C533-1275-A010-E3EEB429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638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00B88-CEE3-B55F-D99D-991D9DC6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5683A7-3BD4-9D93-E1BE-9AB393307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7B9E86-0BA3-029A-D0E7-504F8D34A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D3DA23-2638-F83C-2DBD-C2B79094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54EAEC-8C1F-DC7D-7750-73BA6575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181AF5-0104-2C56-BF4C-9C85CE9A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29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8FBF7-4C11-B85D-302D-65FC84EF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4AEBE3-952F-D75F-6457-2ACBAC81D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408473-8A4E-F550-922D-430202D8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B188F-BF43-1295-2DC2-D8AFFF06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CD36A3-7608-FE2C-9E9E-06AA0D3B0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27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E1202F-D99B-124B-D907-253B21F50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1423FC-D231-C7C8-E076-465D8DD0E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D92D0E-00A7-1586-2DD0-3DAFA0BC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B3C421-15DE-B570-41FC-DE63F966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C41B00-5FAC-FCF2-E53C-36EF5F45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53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185924D-0F3A-435C-FA63-70AB659D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EBE1FA-E575-E249-697B-E8C573F0B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981154-CC98-DBC0-9204-7A4D1E869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720A2-DC1C-4907-AA04-6D071E0F260E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62AEBF-099E-0344-A7BF-CD8173559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2D998F-AC92-3927-A56F-54A1D8B77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C668D-196F-444C-A8F6-2E5BCB4F1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11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>
            <a:extLst>
              <a:ext uri="{FF2B5EF4-FFF2-40B4-BE49-F238E27FC236}">
                <a16:creationId xmlns:a16="http://schemas.microsoft.com/office/drawing/2014/main" id="{8BEA93D4-ACD7-D48D-66D6-3E4F6AB934F3}"/>
              </a:ext>
            </a:extLst>
          </p:cNvPr>
          <p:cNvGrpSpPr/>
          <p:nvPr/>
        </p:nvGrpSpPr>
        <p:grpSpPr>
          <a:xfrm>
            <a:off x="1113413" y="1848504"/>
            <a:ext cx="4159616" cy="3388110"/>
            <a:chOff x="948313" y="1912004"/>
            <a:chExt cx="4159616" cy="3388110"/>
          </a:xfrm>
        </p:grpSpPr>
        <p:sp>
          <p:nvSpPr>
            <p:cNvPr id="4" name="流程图: 接点 3">
              <a:extLst>
                <a:ext uri="{FF2B5EF4-FFF2-40B4-BE49-F238E27FC236}">
                  <a16:creationId xmlns:a16="http://schemas.microsoft.com/office/drawing/2014/main" id="{AEFC3E41-F84E-C96F-000E-8A2A4F769D4C}"/>
                </a:ext>
              </a:extLst>
            </p:cNvPr>
            <p:cNvSpPr/>
            <p:nvPr/>
          </p:nvSpPr>
          <p:spPr>
            <a:xfrm>
              <a:off x="1139070" y="2119891"/>
              <a:ext cx="138223" cy="138224"/>
            </a:xfrm>
            <a:prstGeom prst="flowChartConnector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1D493813-999B-7B21-3CC9-BFDDDD1F5D5C}"/>
                </a:ext>
              </a:extLst>
            </p:cNvPr>
            <p:cNvSpPr/>
            <p:nvPr/>
          </p:nvSpPr>
          <p:spPr>
            <a:xfrm>
              <a:off x="3543800" y="3744412"/>
              <a:ext cx="138223" cy="138224"/>
            </a:xfrm>
            <a:prstGeom prst="flowChartConnector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流程图: 接点 5">
              <a:extLst>
                <a:ext uri="{FF2B5EF4-FFF2-40B4-BE49-F238E27FC236}">
                  <a16:creationId xmlns:a16="http://schemas.microsoft.com/office/drawing/2014/main" id="{2EBCD3B8-6BCD-2F8A-B0BF-3BEC6C2CCE25}"/>
                </a:ext>
              </a:extLst>
            </p:cNvPr>
            <p:cNvSpPr/>
            <p:nvPr/>
          </p:nvSpPr>
          <p:spPr>
            <a:xfrm>
              <a:off x="4778949" y="2364976"/>
              <a:ext cx="138223" cy="138224"/>
            </a:xfrm>
            <a:prstGeom prst="flowChartConnector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7187D3F0-7357-0A56-50AB-05D987140DFF}"/>
                </a:ext>
              </a:extLst>
            </p:cNvPr>
            <p:cNvSpPr/>
            <p:nvPr/>
          </p:nvSpPr>
          <p:spPr>
            <a:xfrm>
              <a:off x="4099216" y="2882430"/>
              <a:ext cx="138223" cy="138224"/>
            </a:xfrm>
            <a:prstGeom prst="flowChartConnector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B070FEF6-E499-12A8-8CA8-08276F3D609A}"/>
                </a:ext>
              </a:extLst>
            </p:cNvPr>
            <p:cNvSpPr/>
            <p:nvPr/>
          </p:nvSpPr>
          <p:spPr>
            <a:xfrm>
              <a:off x="3332175" y="2813318"/>
              <a:ext cx="138223" cy="138224"/>
            </a:xfrm>
            <a:prstGeom prst="flowChartConnector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流程图: 接点 8">
              <a:extLst>
                <a:ext uri="{FF2B5EF4-FFF2-40B4-BE49-F238E27FC236}">
                  <a16:creationId xmlns:a16="http://schemas.microsoft.com/office/drawing/2014/main" id="{C46C9806-F5A4-99FE-1A4E-EF8ED9C3C01C}"/>
                </a:ext>
              </a:extLst>
            </p:cNvPr>
            <p:cNvSpPr/>
            <p:nvPr/>
          </p:nvSpPr>
          <p:spPr>
            <a:xfrm>
              <a:off x="2397999" y="2813318"/>
              <a:ext cx="138223" cy="138224"/>
            </a:xfrm>
            <a:prstGeom prst="flowChartConnector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流程图: 接点 9">
              <a:extLst>
                <a:ext uri="{FF2B5EF4-FFF2-40B4-BE49-F238E27FC236}">
                  <a16:creationId xmlns:a16="http://schemas.microsoft.com/office/drawing/2014/main" id="{796CB4B4-F9BD-B001-B72A-B30435131025}"/>
                </a:ext>
              </a:extLst>
            </p:cNvPr>
            <p:cNvSpPr/>
            <p:nvPr/>
          </p:nvSpPr>
          <p:spPr>
            <a:xfrm>
              <a:off x="1672466" y="4954003"/>
              <a:ext cx="138223" cy="138224"/>
            </a:xfrm>
            <a:prstGeom prst="flowChartConnector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流程图: 接点 10">
              <a:extLst>
                <a:ext uri="{FF2B5EF4-FFF2-40B4-BE49-F238E27FC236}">
                  <a16:creationId xmlns:a16="http://schemas.microsoft.com/office/drawing/2014/main" id="{37E7DF7D-106D-2BF4-719B-AB377CC42917}"/>
                </a:ext>
              </a:extLst>
            </p:cNvPr>
            <p:cNvSpPr/>
            <p:nvPr/>
          </p:nvSpPr>
          <p:spPr>
            <a:xfrm>
              <a:off x="2515980" y="4236301"/>
              <a:ext cx="138223" cy="138224"/>
            </a:xfrm>
            <a:prstGeom prst="flowChartConnector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流程图: 接点 11">
              <a:extLst>
                <a:ext uri="{FF2B5EF4-FFF2-40B4-BE49-F238E27FC236}">
                  <a16:creationId xmlns:a16="http://schemas.microsoft.com/office/drawing/2014/main" id="{8D589D03-55CB-6116-4AD4-13CB473E6DA5}"/>
                </a:ext>
              </a:extLst>
            </p:cNvPr>
            <p:cNvSpPr/>
            <p:nvPr/>
          </p:nvSpPr>
          <p:spPr>
            <a:xfrm>
              <a:off x="1534243" y="2813318"/>
              <a:ext cx="138223" cy="138224"/>
            </a:xfrm>
            <a:prstGeom prst="flowChartConnector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E09B28E-E25E-A865-35BF-7C75E8AD276B}"/>
                </a:ext>
              </a:extLst>
            </p:cNvPr>
            <p:cNvCxnSpPr>
              <a:stCxn id="4" idx="5"/>
              <a:endCxn id="12" idx="1"/>
            </p:cNvCxnSpPr>
            <p:nvPr/>
          </p:nvCxnSpPr>
          <p:spPr>
            <a:xfrm>
              <a:off x="1257051" y="2237873"/>
              <a:ext cx="297434" cy="595687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038832D-E89F-33E9-250C-31CAC4AE5939}"/>
                </a:ext>
              </a:extLst>
            </p:cNvPr>
            <p:cNvCxnSpPr>
              <a:stCxn id="12" idx="6"/>
              <a:endCxn id="9" idx="2"/>
            </p:cNvCxnSpPr>
            <p:nvPr/>
          </p:nvCxnSpPr>
          <p:spPr>
            <a:xfrm>
              <a:off x="1672466" y="2882430"/>
              <a:ext cx="72553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BA76877-3997-CDC7-9D62-9D3BFB3BB8F8}"/>
                </a:ext>
              </a:extLst>
            </p:cNvPr>
            <p:cNvCxnSpPr>
              <a:stCxn id="9" idx="6"/>
              <a:endCxn id="8" idx="2"/>
            </p:cNvCxnSpPr>
            <p:nvPr/>
          </p:nvCxnSpPr>
          <p:spPr>
            <a:xfrm>
              <a:off x="2536222" y="2882430"/>
              <a:ext cx="795953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06610E6-169F-BDE9-FE26-DC3A2F3BF81B}"/>
                </a:ext>
              </a:extLst>
            </p:cNvPr>
            <p:cNvCxnSpPr>
              <a:stCxn id="8" idx="6"/>
              <a:endCxn id="7" idx="1"/>
            </p:cNvCxnSpPr>
            <p:nvPr/>
          </p:nvCxnSpPr>
          <p:spPr>
            <a:xfrm>
              <a:off x="3470398" y="2882430"/>
              <a:ext cx="649060" cy="2024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57522C5-0C3B-8046-B76C-53460D07B762}"/>
                </a:ext>
              </a:extLst>
            </p:cNvPr>
            <p:cNvCxnSpPr>
              <a:cxnSpLocks/>
              <a:stCxn id="7" idx="7"/>
              <a:endCxn id="6" idx="2"/>
            </p:cNvCxnSpPr>
            <p:nvPr/>
          </p:nvCxnSpPr>
          <p:spPr>
            <a:xfrm flipV="1">
              <a:off x="4217197" y="2434088"/>
              <a:ext cx="561752" cy="46858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81E6041-B1D6-2A9C-700D-82050F16512E}"/>
                </a:ext>
              </a:extLst>
            </p:cNvPr>
            <p:cNvCxnSpPr>
              <a:stCxn id="12" idx="4"/>
              <a:endCxn id="11" idx="1"/>
            </p:cNvCxnSpPr>
            <p:nvPr/>
          </p:nvCxnSpPr>
          <p:spPr>
            <a:xfrm>
              <a:off x="1603355" y="2951542"/>
              <a:ext cx="932867" cy="130500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8076023F-48E2-1A6E-D3FF-4FC0D30FAF7E}"/>
                </a:ext>
              </a:extLst>
            </p:cNvPr>
            <p:cNvCxnSpPr>
              <a:cxnSpLocks/>
              <a:endCxn id="10" idx="7"/>
            </p:cNvCxnSpPr>
            <p:nvPr/>
          </p:nvCxnSpPr>
          <p:spPr>
            <a:xfrm flipH="1">
              <a:off x="1790447" y="4367550"/>
              <a:ext cx="745775" cy="606695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0C66138-1849-46DC-E3A4-DD81AC4C9673}"/>
                </a:ext>
              </a:extLst>
            </p:cNvPr>
            <p:cNvCxnSpPr>
              <a:stCxn id="11" idx="6"/>
              <a:endCxn id="5" idx="3"/>
            </p:cNvCxnSpPr>
            <p:nvPr/>
          </p:nvCxnSpPr>
          <p:spPr>
            <a:xfrm flipV="1">
              <a:off x="2654203" y="3862394"/>
              <a:ext cx="909839" cy="443019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AB6E0F7-4326-EECD-6630-E74C6EA5B4FF}"/>
                </a:ext>
              </a:extLst>
            </p:cNvPr>
            <p:cNvCxnSpPr>
              <a:stCxn id="7" idx="4"/>
              <a:endCxn id="5" idx="7"/>
            </p:cNvCxnSpPr>
            <p:nvPr/>
          </p:nvCxnSpPr>
          <p:spPr>
            <a:xfrm flipH="1">
              <a:off x="3661781" y="3020654"/>
              <a:ext cx="506547" cy="744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0A09071-916C-7394-9D71-8B9D80675FB6}"/>
                    </a:ext>
                  </a:extLst>
                </p:cNvPr>
                <p:cNvSpPr txBox="1"/>
                <p:nvPr/>
              </p:nvSpPr>
              <p:spPr>
                <a:xfrm>
                  <a:off x="948313" y="1912004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0A09071-916C-7394-9D71-8B9D80675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313" y="1912004"/>
                  <a:ext cx="19075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9032" r="-25806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F993F947-21F7-BB27-F346-DF6095376C78}"/>
                    </a:ext>
                  </a:extLst>
                </p:cNvPr>
                <p:cNvSpPr txBox="1"/>
                <p:nvPr/>
              </p:nvSpPr>
              <p:spPr>
                <a:xfrm>
                  <a:off x="4917172" y="2105819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F993F947-21F7-BB27-F346-DF6095376C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172" y="2105819"/>
                  <a:ext cx="19075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3E3E984C-E25B-0498-2012-AE5853E0D1B3}"/>
                    </a:ext>
                  </a:extLst>
                </p:cNvPr>
                <p:cNvSpPr txBox="1"/>
                <p:nvPr/>
              </p:nvSpPr>
              <p:spPr>
                <a:xfrm>
                  <a:off x="1459106" y="5023115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3E3E984C-E25B-0498-2012-AE5853E0D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9106" y="5023115"/>
                  <a:ext cx="19075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5000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8E28D2D-A24E-3145-DCA5-3A25030E4195}"/>
                    </a:ext>
                  </a:extLst>
                </p:cNvPr>
                <p:cNvSpPr txBox="1"/>
                <p:nvPr/>
              </p:nvSpPr>
              <p:spPr>
                <a:xfrm>
                  <a:off x="1599690" y="2570875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8E28D2D-A24E-3145-DCA5-3A25030E41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9690" y="2570875"/>
                  <a:ext cx="19075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5000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231C6BB-BE62-230B-6E40-5A6DE03F3ACA}"/>
                    </a:ext>
                  </a:extLst>
                </p:cNvPr>
                <p:cNvSpPr txBox="1"/>
                <p:nvPr/>
              </p:nvSpPr>
              <p:spPr>
                <a:xfrm>
                  <a:off x="2451193" y="2591547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231C6BB-BE62-230B-6E40-5A6DE03F3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1193" y="2591547"/>
                  <a:ext cx="19075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9032" r="-29032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055850C-8F5A-D940-33F7-985D71E5F6D5}"/>
                    </a:ext>
                  </a:extLst>
                </p:cNvPr>
                <p:cNvSpPr txBox="1"/>
                <p:nvPr/>
              </p:nvSpPr>
              <p:spPr>
                <a:xfrm>
                  <a:off x="3392835" y="2558764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055850C-8F5A-D940-33F7-985D71E5F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2835" y="2558764"/>
                  <a:ext cx="190757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9032" r="-25806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648FA3B-956F-8D70-E64F-027A75261C64}"/>
                    </a:ext>
                  </a:extLst>
                </p:cNvPr>
                <p:cNvSpPr txBox="1"/>
                <p:nvPr/>
              </p:nvSpPr>
              <p:spPr>
                <a:xfrm>
                  <a:off x="4106350" y="2590339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648FA3B-956F-8D70-E64F-027A75261C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6350" y="2590339"/>
                  <a:ext cx="190757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9032" r="-2580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559285A-9099-65CA-4D8F-8C3A39A52D61}"/>
                    </a:ext>
                  </a:extLst>
                </p:cNvPr>
                <p:cNvSpPr txBox="1"/>
                <p:nvPr/>
              </p:nvSpPr>
              <p:spPr>
                <a:xfrm>
                  <a:off x="3661781" y="3772971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559285A-9099-65CA-4D8F-8C3A39A52D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1781" y="3772971"/>
                  <a:ext cx="19075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9032" r="-25806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8BEBD824-9BE7-46FD-B2D5-409A8031BF07}"/>
                    </a:ext>
                  </a:extLst>
                </p:cNvPr>
                <p:cNvSpPr txBox="1"/>
                <p:nvPr/>
              </p:nvSpPr>
              <p:spPr>
                <a:xfrm>
                  <a:off x="2558824" y="4364115"/>
                  <a:ext cx="190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8BEBD824-9BE7-46FD-B2D5-409A8031BF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8824" y="4364115"/>
                  <a:ext cx="190757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9032" r="-25806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D090CE4B-C4EB-9904-079E-5AE56AE4119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181" y="2382818"/>
              <a:ext cx="197587" cy="4305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9F9AE24B-3672-AA7F-EAE2-18426A7D3295}"/>
                </a:ext>
              </a:extLst>
            </p:cNvPr>
            <p:cNvCxnSpPr/>
            <p:nvPr/>
          </p:nvCxnSpPr>
          <p:spPr>
            <a:xfrm flipV="1">
              <a:off x="1790447" y="4364115"/>
              <a:ext cx="607552" cy="484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3B4F457D-D201-D29A-9779-AAD839D5E48C}"/>
                </a:ext>
              </a:extLst>
            </p:cNvPr>
            <p:cNvCxnSpPr>
              <a:cxnSpLocks/>
              <a:endCxn id="54" idx="3"/>
            </p:cNvCxnSpPr>
            <p:nvPr/>
          </p:nvCxnSpPr>
          <p:spPr>
            <a:xfrm flipH="1">
              <a:off x="4297107" y="2434088"/>
              <a:ext cx="379144" cy="2947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75AAB367-9DAB-FC42-4408-E716BEBABA5B}"/>
                </a:ext>
              </a:extLst>
            </p:cNvPr>
            <p:cNvCxnSpPr/>
            <p:nvPr/>
          </p:nvCxnSpPr>
          <p:spPr>
            <a:xfrm>
              <a:off x="1810689" y="3020654"/>
              <a:ext cx="58731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DB6180D1-D72B-2845-8A66-D3B683DBD892}"/>
                </a:ext>
              </a:extLst>
            </p:cNvPr>
            <p:cNvCxnSpPr/>
            <p:nvPr/>
          </p:nvCxnSpPr>
          <p:spPr>
            <a:xfrm flipH="1" flipV="1">
              <a:off x="1695068" y="3429000"/>
              <a:ext cx="468266" cy="6549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6E201D12-6F1F-F927-5BFF-96363952A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5578" y="3793283"/>
              <a:ext cx="517257" cy="278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D0887384-9967-86AA-D38E-E6A254FF5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767593"/>
              </p:ext>
            </p:extLst>
          </p:nvPr>
        </p:nvGraphicFramePr>
        <p:xfrm>
          <a:off x="5620435" y="3114574"/>
          <a:ext cx="568485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950">
                  <a:extLst>
                    <a:ext uri="{9D8B030D-6E8A-4147-A177-3AD203B41FA5}">
                      <a16:colId xmlns:a16="http://schemas.microsoft.com/office/drawing/2014/main" val="50703131"/>
                    </a:ext>
                  </a:extLst>
                </a:gridCol>
                <a:gridCol w="1894950">
                  <a:extLst>
                    <a:ext uri="{9D8B030D-6E8A-4147-A177-3AD203B41FA5}">
                      <a16:colId xmlns:a16="http://schemas.microsoft.com/office/drawing/2014/main" val="801660764"/>
                    </a:ext>
                  </a:extLst>
                </a:gridCol>
                <a:gridCol w="1894950">
                  <a:extLst>
                    <a:ext uri="{9D8B030D-6E8A-4147-A177-3AD203B41FA5}">
                      <a16:colId xmlns:a16="http://schemas.microsoft.com/office/drawing/2014/main" val="2550723768"/>
                    </a:ext>
                  </a:extLst>
                </a:gridCol>
              </a:tblGrid>
              <a:tr h="35918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节点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396582"/>
                  </a:ext>
                </a:extLst>
              </a:tr>
              <a:tr h="359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112631"/>
                  </a:ext>
                </a:extLst>
              </a:tr>
              <a:tr h="359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62011"/>
                  </a:ext>
                </a:extLst>
              </a:tr>
              <a:tr h="359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728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288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2026-03-25T07:59:23Z</dcterms:created>
  <dcterms:modified xsi:type="dcterms:W3CDTF">2026-03-25T08:16:02Z</dcterms:modified>
</cp:coreProperties>
</file>